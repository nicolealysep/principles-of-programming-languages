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49FD-3D16-A4DE-763B-A8532587B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FCB7F-7262-8A16-4E18-6ABAF0CF4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12739-BF2C-7E29-6027-0F2F39F7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D3EFD-FF8D-FFF0-1F63-40D17BED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962C-EF64-B47C-FD7E-98DBCC5F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A7DB-3B6B-3F8A-46FD-CB7C04202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305D-AD79-A376-4F15-3B0BDA24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D02A-CA91-9D0C-9E68-908FEAE2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5E1F8-020C-9684-35C8-B67CEB68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9663F-449B-F742-4D46-E6CFFE90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D95F-9AB6-2501-67FB-A3F10AEE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CF2E8-8418-8A68-B0EA-0F261479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BA0E4-D450-0FD7-CD9C-A503D256D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0A44-BD86-28E0-3376-344A3201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6432-2F96-F986-51BD-269D3AA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0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3B14-EA24-1CDF-2C32-87233037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A452-A7F1-D7FF-74D0-96D989882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C3AC9-7551-ED2B-DB64-1B96AF698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B2EFF-15D8-9972-13B1-D65B2629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4152B-7D21-C4E4-D520-0332A377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01228-AB00-F9C3-C1CD-44A4768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6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8C8E-3434-46AF-A514-0FEDE248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DEE3B-FF47-49A4-C53A-18D17B94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8D9BE-007A-9791-3828-4FD59F797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13B5C-DC58-2BEE-4987-4822EFA37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32FDC-E46B-04FC-6AB0-B75C3A9D8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5BF86-7FD9-4881-B1CB-0681DFE2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293EF-7185-D958-D65B-ABE3E22E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DE987-D52E-C539-2001-B212B382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6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713C-24FB-F5E8-D9E5-CD9026F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BE8BA-DD2D-5A80-1A35-CB6E6009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79B61-A8E5-B350-991F-CD0A269E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A49E3-4E37-7FF9-7B1B-759FA40A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8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3ADFA-09F2-D372-5032-2E699C6E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C990A-64FE-B04D-CC36-0F0343B9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CCE5-E843-49A4-2BE3-5A74683A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8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8B92-079A-644B-9189-614C5C75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9909-CF07-C02B-CA52-194DCC270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94723-4553-18DE-AE9E-758631B3D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6D0CE-4EEE-6A11-048D-D8861384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D13A4-5CF9-E4A5-4090-F9431A0A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615F3-B9FD-F13F-2E4A-C2F6E210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7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BE46-7F95-3160-091D-76D53088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E23D4-B97E-9771-7659-548DC0F5A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C9167-372F-20C1-32CB-2BCE34E63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CF500-E5F8-3012-D284-04A1F80B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D7A80-4B23-ACB1-7334-CB2FDDFD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D1A8F-C8EF-33F1-25AA-B49AC81B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4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6CD3-33B2-00CA-7776-45567DE6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FA5F-505E-793E-87D8-A21C2AB4A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279B-A518-1AFE-CF9D-DFD19D20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3441E-D21D-B522-0200-54BF6078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6810-FF27-B48B-B18D-9DA3A652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3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0AE14-DA95-F5DB-5981-1F764F2E3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C465B-9E5A-40EE-C0DF-6444845D4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2B3B4-E8F6-1BEB-DAD8-E408D434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8342-9E17-62E3-7EEA-B7EA46B4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898F5-CD19-33B8-B728-C6D989C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1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6D4E1-1C11-CBAF-8C23-B57A07A5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DF150-4212-E938-5B10-B58C18037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949F-87D4-6DCE-4567-B653E7C5E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A8BC3-0872-914A-90F8-2E1310F4C77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A7E1C-60CE-0566-2E4E-0771ED534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9741-C8A4-B3AC-A1B4-BAF0F9BCC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3F262-D20E-FB47-80E4-2022BD95A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4006379-71F0-6B0D-EAD8-F4FCED4CA3FE}"/>
              </a:ext>
            </a:extLst>
          </p:cNvPr>
          <p:cNvSpPr/>
          <p:nvPr/>
        </p:nvSpPr>
        <p:spPr>
          <a:xfrm>
            <a:off x="3236518" y="1254617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3CBA20-C513-997C-52BC-8E72B617D4D8}"/>
              </a:ext>
            </a:extLst>
          </p:cNvPr>
          <p:cNvSpPr/>
          <p:nvPr/>
        </p:nvSpPr>
        <p:spPr>
          <a:xfrm>
            <a:off x="3911432" y="1800881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58BA9207-8364-EA97-6451-8483DAA55F01}"/>
              </a:ext>
            </a:extLst>
          </p:cNvPr>
          <p:cNvSpPr/>
          <p:nvPr/>
        </p:nvSpPr>
        <p:spPr>
          <a:xfrm>
            <a:off x="2797131" y="1800881"/>
            <a:ext cx="1603169" cy="95893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BFD23-7CA9-9E0F-0172-FA98A4E2DF07}"/>
              </a:ext>
            </a:extLst>
          </p:cNvPr>
          <p:cNvSpPr/>
          <p:nvPr/>
        </p:nvSpPr>
        <p:spPr>
          <a:xfrm>
            <a:off x="2797130" y="1254617"/>
            <a:ext cx="2278083" cy="15912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BF31E6-B1EB-53A5-AAB4-D154F6E7244B}"/>
              </a:ext>
            </a:extLst>
          </p:cNvPr>
          <p:cNvSpPr/>
          <p:nvPr/>
        </p:nvSpPr>
        <p:spPr>
          <a:xfrm>
            <a:off x="7085610" y="961901"/>
            <a:ext cx="1500250" cy="144878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B8C57D-5A15-DE6C-1C60-4D8B02B8B491}"/>
              </a:ext>
            </a:extLst>
          </p:cNvPr>
          <p:cNvSpPr/>
          <p:nvPr/>
        </p:nvSpPr>
        <p:spPr>
          <a:xfrm>
            <a:off x="7760524" y="1911926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E1B5295A-5E05-D8C8-E272-83F3572B6980}"/>
              </a:ext>
            </a:extLst>
          </p:cNvPr>
          <p:cNvSpPr/>
          <p:nvPr/>
        </p:nvSpPr>
        <p:spPr>
          <a:xfrm>
            <a:off x="6646223" y="1825832"/>
            <a:ext cx="1856509" cy="10450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732E38-1730-A423-98A0-B4E889C6D61D}"/>
              </a:ext>
            </a:extLst>
          </p:cNvPr>
          <p:cNvSpPr/>
          <p:nvPr/>
        </p:nvSpPr>
        <p:spPr>
          <a:xfrm>
            <a:off x="6646222" y="961901"/>
            <a:ext cx="2278083" cy="199505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053E2-3248-3CED-03E8-D41890275F7D}"/>
              </a:ext>
            </a:extLst>
          </p:cNvPr>
          <p:cNvSpPr txBox="1"/>
          <p:nvPr/>
        </p:nvSpPr>
        <p:spPr>
          <a:xfrm>
            <a:off x="3236518" y="3083417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Canvas #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1E4F0-36F2-3D2F-48C3-F150084B9668}"/>
              </a:ext>
            </a:extLst>
          </p:cNvPr>
          <p:cNvSpPr txBox="1"/>
          <p:nvPr/>
        </p:nvSpPr>
        <p:spPr>
          <a:xfrm>
            <a:off x="7229948" y="3194462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Canvas #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5CE5E3-BF75-5D36-7E67-5C62236B1034}"/>
                  </a:ext>
                </a:extLst>
              </p:cNvPr>
              <p:cNvSpPr txBox="1"/>
              <p:nvPr/>
            </p:nvSpPr>
            <p:spPr>
              <a:xfrm>
                <a:off x="1850728" y="2773906"/>
                <a:ext cx="150355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5CE5E3-BF75-5D36-7E67-5C62236B1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728" y="2773906"/>
                <a:ext cx="1503553" cy="381515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4A9F92-F07D-DCEC-9BBA-F4E0D3214671}"/>
                  </a:ext>
                </a:extLst>
              </p:cNvPr>
              <p:cNvSpPr txBox="1"/>
              <p:nvPr/>
            </p:nvSpPr>
            <p:spPr>
              <a:xfrm>
                <a:off x="4323436" y="826351"/>
                <a:ext cx="1580497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4A9F92-F07D-DCEC-9BBA-F4E0D3214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436" y="826351"/>
                <a:ext cx="1580497" cy="381515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DE9852-1BDA-65E3-781B-71C89A5B6728}"/>
                  </a:ext>
                </a:extLst>
              </p:cNvPr>
              <p:cNvSpPr txBox="1"/>
              <p:nvPr/>
            </p:nvSpPr>
            <p:spPr>
              <a:xfrm>
                <a:off x="5817502" y="2893106"/>
                <a:ext cx="150355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DE9852-1BDA-65E3-781B-71C89A5B6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502" y="2893106"/>
                <a:ext cx="1503553" cy="381515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9A6F6F-8EC5-6AF2-40AF-41E483A29BF2}"/>
                  </a:ext>
                </a:extLst>
              </p:cNvPr>
              <p:cNvSpPr txBox="1"/>
              <p:nvPr/>
            </p:nvSpPr>
            <p:spPr>
              <a:xfrm>
                <a:off x="8629403" y="580386"/>
                <a:ext cx="1580497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9A6F6F-8EC5-6AF2-40AF-41E483A2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403" y="580386"/>
                <a:ext cx="1580497" cy="381515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10718C-1E7E-9201-43BD-98E758847614}"/>
              </a:ext>
            </a:extLst>
          </p:cNvPr>
          <p:cNvCxnSpPr/>
          <p:nvPr/>
        </p:nvCxnSpPr>
        <p:spPr>
          <a:xfrm>
            <a:off x="2215240" y="2050263"/>
            <a:ext cx="33013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6FE140-DAA2-917B-3B1A-760A8715C698}"/>
              </a:ext>
            </a:extLst>
          </p:cNvPr>
          <p:cNvCxnSpPr/>
          <p:nvPr/>
        </p:nvCxnSpPr>
        <p:spPr>
          <a:xfrm>
            <a:off x="6185065" y="1888176"/>
            <a:ext cx="33013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0BCA28-8F70-FC29-FCBB-7DB9DCCBB1BA}"/>
                  </a:ext>
                </a:extLst>
              </p:cNvPr>
              <p:cNvSpPr txBox="1"/>
              <p:nvPr/>
            </p:nvSpPr>
            <p:spPr>
              <a:xfrm>
                <a:off x="9547559" y="1562939"/>
                <a:ext cx="2331920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,2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0BCA28-8F70-FC29-FCBB-7DB9DCCBB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559" y="1562939"/>
                <a:ext cx="2331920" cy="525785"/>
              </a:xfrm>
              <a:prstGeom prst="rect">
                <a:avLst/>
              </a:prstGeom>
              <a:blipFill>
                <a:blip r:embed="rId6"/>
                <a:stretch>
                  <a:fillRect l="-2162" t="-4651" r="-3243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A45005-C62D-5FB4-FE9C-45CA8B072E36}"/>
                  </a:ext>
                </a:extLst>
              </p:cNvPr>
              <p:cNvSpPr txBox="1"/>
              <p:nvPr/>
            </p:nvSpPr>
            <p:spPr>
              <a:xfrm>
                <a:off x="179630" y="1585489"/>
                <a:ext cx="2331920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,1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A45005-C62D-5FB4-FE9C-45CA8B072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0" y="1585489"/>
                <a:ext cx="2331920" cy="525785"/>
              </a:xfrm>
              <a:prstGeom prst="rect">
                <a:avLst/>
              </a:prstGeom>
              <a:blipFill>
                <a:blip r:embed="rId7"/>
                <a:stretch>
                  <a:fillRect l="-1622" t="-4651" r="-3243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46BCAC9-B074-378D-3A11-16EFE6B755CF}"/>
              </a:ext>
            </a:extLst>
          </p:cNvPr>
          <p:cNvSpPr/>
          <p:nvPr/>
        </p:nvSpPr>
        <p:spPr>
          <a:xfrm>
            <a:off x="4107873" y="4163764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19BB39-B674-4DEE-6875-AA96E4CC771B}"/>
              </a:ext>
            </a:extLst>
          </p:cNvPr>
          <p:cNvSpPr/>
          <p:nvPr/>
        </p:nvSpPr>
        <p:spPr>
          <a:xfrm>
            <a:off x="4782787" y="4710028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5EF1381F-64E7-01C1-CEFC-625BBBDBF3AC}"/>
              </a:ext>
            </a:extLst>
          </p:cNvPr>
          <p:cNvSpPr/>
          <p:nvPr/>
        </p:nvSpPr>
        <p:spPr>
          <a:xfrm>
            <a:off x="3668486" y="4710028"/>
            <a:ext cx="1603169" cy="95893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0EBB08-FA26-8E07-659E-763C5A087B20}"/>
              </a:ext>
            </a:extLst>
          </p:cNvPr>
          <p:cNvSpPr/>
          <p:nvPr/>
        </p:nvSpPr>
        <p:spPr>
          <a:xfrm>
            <a:off x="3668485" y="4163764"/>
            <a:ext cx="2278083" cy="15912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7A7175-6DE4-D0F9-FC44-196652C14188}"/>
              </a:ext>
            </a:extLst>
          </p:cNvPr>
          <p:cNvCxnSpPr>
            <a:cxnSpLocks/>
          </p:cNvCxnSpPr>
          <p:nvPr/>
        </p:nvCxnSpPr>
        <p:spPr>
          <a:xfrm>
            <a:off x="3086595" y="4959410"/>
            <a:ext cx="554528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3CAECB2-16CA-07D5-55D0-0E3057F2D8EE}"/>
              </a:ext>
            </a:extLst>
          </p:cNvPr>
          <p:cNvSpPr/>
          <p:nvPr/>
        </p:nvSpPr>
        <p:spPr>
          <a:xfrm>
            <a:off x="6385956" y="3961883"/>
            <a:ext cx="1500250" cy="144878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CD1489-D1A0-ACC1-B9A3-1560672D89F0}"/>
              </a:ext>
            </a:extLst>
          </p:cNvPr>
          <p:cNvSpPr/>
          <p:nvPr/>
        </p:nvSpPr>
        <p:spPr>
          <a:xfrm>
            <a:off x="7060870" y="4911908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A4B06C00-8E1F-3135-9A9E-F2DADE5661AE}"/>
              </a:ext>
            </a:extLst>
          </p:cNvPr>
          <p:cNvSpPr/>
          <p:nvPr/>
        </p:nvSpPr>
        <p:spPr>
          <a:xfrm>
            <a:off x="5946569" y="4825814"/>
            <a:ext cx="1856509" cy="10450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F0EA44-BF62-6442-5AF3-EC794F033256}"/>
              </a:ext>
            </a:extLst>
          </p:cNvPr>
          <p:cNvSpPr/>
          <p:nvPr/>
        </p:nvSpPr>
        <p:spPr>
          <a:xfrm>
            <a:off x="5946568" y="3961883"/>
            <a:ext cx="2278083" cy="199505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000C18-6FE5-FFA2-7A22-5A3D548B9DCF}"/>
              </a:ext>
            </a:extLst>
          </p:cNvPr>
          <p:cNvSpPr txBox="1"/>
          <p:nvPr/>
        </p:nvSpPr>
        <p:spPr>
          <a:xfrm>
            <a:off x="8832084" y="3961883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Place Right</a:t>
            </a:r>
          </a:p>
        </p:txBody>
      </p:sp>
    </p:spTree>
    <p:extLst>
      <p:ext uri="{BB962C8B-B14F-4D97-AF65-F5344CB8AC3E}">
        <p14:creationId xmlns:p14="http://schemas.microsoft.com/office/powerpoint/2010/main" val="425131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F082-B523-34AD-EF09-9F9E97FE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2760660-D677-4C38-1F7C-A36FCC071D18}"/>
              </a:ext>
            </a:extLst>
          </p:cNvPr>
          <p:cNvSpPr/>
          <p:nvPr/>
        </p:nvSpPr>
        <p:spPr>
          <a:xfrm>
            <a:off x="3357694" y="609628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8AA961-C16A-C817-F0F8-858D59A241B7}"/>
              </a:ext>
            </a:extLst>
          </p:cNvPr>
          <p:cNvSpPr/>
          <p:nvPr/>
        </p:nvSpPr>
        <p:spPr>
          <a:xfrm>
            <a:off x="4032608" y="1155892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F2560245-A6DB-2E1E-E7AD-9A8D295663D6}"/>
              </a:ext>
            </a:extLst>
          </p:cNvPr>
          <p:cNvSpPr/>
          <p:nvPr/>
        </p:nvSpPr>
        <p:spPr>
          <a:xfrm>
            <a:off x="2918307" y="1155892"/>
            <a:ext cx="1603169" cy="95893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29C149-5ADB-1B31-79E9-A31D3E73168F}"/>
              </a:ext>
            </a:extLst>
          </p:cNvPr>
          <p:cNvSpPr/>
          <p:nvPr/>
        </p:nvSpPr>
        <p:spPr>
          <a:xfrm>
            <a:off x="2918306" y="609628"/>
            <a:ext cx="2278083" cy="15912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462E05-FCAB-D90F-9CF8-B9F633AB7F14}"/>
              </a:ext>
            </a:extLst>
          </p:cNvPr>
          <p:cNvSpPr/>
          <p:nvPr/>
        </p:nvSpPr>
        <p:spPr>
          <a:xfrm>
            <a:off x="6944611" y="367504"/>
            <a:ext cx="1037240" cy="137407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372A8D-7F2F-4785-404A-E6FDD5033F17}"/>
              </a:ext>
            </a:extLst>
          </p:cNvPr>
          <p:cNvSpPr/>
          <p:nvPr/>
        </p:nvSpPr>
        <p:spPr>
          <a:xfrm>
            <a:off x="7537802" y="1235081"/>
            <a:ext cx="804613" cy="99113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969790F6-062F-ED2B-D841-5A896BAECDC3}"/>
              </a:ext>
            </a:extLst>
          </p:cNvPr>
          <p:cNvSpPr/>
          <p:nvPr/>
        </p:nvSpPr>
        <p:spPr>
          <a:xfrm>
            <a:off x="6767399" y="1180843"/>
            <a:ext cx="1283549" cy="99113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64DD9B-6C69-9EC4-351F-E96C342D32EB}"/>
              </a:ext>
            </a:extLst>
          </p:cNvPr>
          <p:cNvSpPr/>
          <p:nvPr/>
        </p:nvSpPr>
        <p:spPr>
          <a:xfrm>
            <a:off x="6767399" y="316913"/>
            <a:ext cx="1575016" cy="189216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1F44F-1901-0678-5D57-16AAC3062DD5}"/>
              </a:ext>
            </a:extLst>
          </p:cNvPr>
          <p:cNvSpPr txBox="1"/>
          <p:nvPr/>
        </p:nvSpPr>
        <p:spPr>
          <a:xfrm>
            <a:off x="3357694" y="2438428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Canvas #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C19B3-1A37-95EC-CD64-394C628872C0}"/>
              </a:ext>
            </a:extLst>
          </p:cNvPr>
          <p:cNvSpPr txBox="1"/>
          <p:nvPr/>
        </p:nvSpPr>
        <p:spPr>
          <a:xfrm>
            <a:off x="7351124" y="2549473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Canvas #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73C987-7B23-F967-88AD-F9F3DF4EB5E9}"/>
                  </a:ext>
                </a:extLst>
              </p:cNvPr>
              <p:cNvSpPr txBox="1"/>
              <p:nvPr/>
            </p:nvSpPr>
            <p:spPr>
              <a:xfrm>
                <a:off x="1971904" y="2128917"/>
                <a:ext cx="150355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73C987-7B23-F967-88AD-F9F3DF4EB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04" y="2128917"/>
                <a:ext cx="1503553" cy="381515"/>
              </a:xfrm>
              <a:prstGeom prst="rect">
                <a:avLst/>
              </a:prstGeom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433FC7-DBB0-55DE-F25A-61890C4A3066}"/>
                  </a:ext>
                </a:extLst>
              </p:cNvPr>
              <p:cNvSpPr txBox="1"/>
              <p:nvPr/>
            </p:nvSpPr>
            <p:spPr>
              <a:xfrm>
                <a:off x="4444612" y="181362"/>
                <a:ext cx="1580497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1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433FC7-DBB0-55DE-F25A-61890C4A3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612" y="181362"/>
                <a:ext cx="1580497" cy="381515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99452-1C16-8B99-CB30-10DA8F12D0D2}"/>
                  </a:ext>
                </a:extLst>
              </p:cNvPr>
              <p:cNvSpPr txBox="1"/>
              <p:nvPr/>
            </p:nvSpPr>
            <p:spPr>
              <a:xfrm>
                <a:off x="5699751" y="2171977"/>
                <a:ext cx="150355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99452-1C16-8B99-CB30-10DA8F12D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751" y="2171977"/>
                <a:ext cx="1503553" cy="381515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0097C6-E638-A2FB-C6BB-D9AADDDD2DC6}"/>
                  </a:ext>
                </a:extLst>
              </p:cNvPr>
              <p:cNvSpPr txBox="1"/>
              <p:nvPr/>
            </p:nvSpPr>
            <p:spPr>
              <a:xfrm>
                <a:off x="8101882" y="0"/>
                <a:ext cx="1580497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, 2</m:t>
                          </m:r>
                        </m:sub>
                      </m:sSub>
                    </m:oMath>
                  </m:oMathPara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0097C6-E638-A2FB-C6BB-D9AADDDD2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882" y="0"/>
                <a:ext cx="1580497" cy="381515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B12F42-EC5B-9EBD-11A8-C89EB911D404}"/>
                  </a:ext>
                </a:extLst>
              </p:cNvPr>
              <p:cNvSpPr txBox="1"/>
              <p:nvPr/>
            </p:nvSpPr>
            <p:spPr>
              <a:xfrm>
                <a:off x="8567311" y="973567"/>
                <a:ext cx="2417328" cy="542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,2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B12F42-EC5B-9EBD-11A8-C89EB911D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11" y="973567"/>
                <a:ext cx="2417328" cy="542456"/>
              </a:xfrm>
              <a:prstGeom prst="rect">
                <a:avLst/>
              </a:prstGeom>
              <a:blipFill>
                <a:blip r:embed="rId6"/>
                <a:stretch>
                  <a:fillRect t="-4545" r="-157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8F861A-5D87-57CE-CEA1-7FE36930FBF6}"/>
                  </a:ext>
                </a:extLst>
              </p:cNvPr>
              <p:cNvSpPr txBox="1"/>
              <p:nvPr/>
            </p:nvSpPr>
            <p:spPr>
              <a:xfrm>
                <a:off x="406542" y="1063664"/>
                <a:ext cx="2417328" cy="542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,1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8F861A-5D87-57CE-CEA1-7FE36930F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42" y="1063664"/>
                <a:ext cx="2417328" cy="542456"/>
              </a:xfrm>
              <a:prstGeom prst="rect">
                <a:avLst/>
              </a:prstGeom>
              <a:blipFill>
                <a:blip r:embed="rId7"/>
                <a:stretch>
                  <a:fillRect t="-4545" r="-1047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08B4BEA9-97FA-D554-3D5E-A7C59B94DCE4}"/>
              </a:ext>
            </a:extLst>
          </p:cNvPr>
          <p:cNvSpPr/>
          <p:nvPr/>
        </p:nvSpPr>
        <p:spPr>
          <a:xfrm>
            <a:off x="5227763" y="5100453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A87FA2-E0EE-DC47-0DA9-B7DA4A6C45E9}"/>
              </a:ext>
            </a:extLst>
          </p:cNvPr>
          <p:cNvSpPr/>
          <p:nvPr/>
        </p:nvSpPr>
        <p:spPr>
          <a:xfrm>
            <a:off x="5902677" y="5646717"/>
            <a:ext cx="1163782" cy="104502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62112C37-E93D-3C46-2FDE-F771B4FD4C31}"/>
              </a:ext>
            </a:extLst>
          </p:cNvPr>
          <p:cNvSpPr/>
          <p:nvPr/>
        </p:nvSpPr>
        <p:spPr>
          <a:xfrm>
            <a:off x="4788376" y="5646717"/>
            <a:ext cx="1603169" cy="95893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FA26E-B3AA-8B6F-4421-061043D7F39A}"/>
              </a:ext>
            </a:extLst>
          </p:cNvPr>
          <p:cNvSpPr/>
          <p:nvPr/>
        </p:nvSpPr>
        <p:spPr>
          <a:xfrm>
            <a:off x="4788375" y="5100453"/>
            <a:ext cx="2278083" cy="15912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0AAA27-FF55-BEAA-46E1-6422B979FD71}"/>
              </a:ext>
            </a:extLst>
          </p:cNvPr>
          <p:cNvSpPr txBox="1"/>
          <p:nvPr/>
        </p:nvSpPr>
        <p:spPr>
          <a:xfrm>
            <a:off x="7537802" y="4576007"/>
            <a:ext cx="145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Place Top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A9506DC-F151-B062-42C2-62ACD8763F44}"/>
              </a:ext>
            </a:extLst>
          </p:cNvPr>
          <p:cNvCxnSpPr>
            <a:cxnSpLocks/>
          </p:cNvCxnSpPr>
          <p:nvPr/>
        </p:nvCxnSpPr>
        <p:spPr>
          <a:xfrm>
            <a:off x="4032608" y="316912"/>
            <a:ext cx="0" cy="212151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32C347F-E4C7-17CB-F80C-B4641D31A3D0}"/>
              </a:ext>
            </a:extLst>
          </p:cNvPr>
          <p:cNvCxnSpPr>
            <a:cxnSpLocks/>
          </p:cNvCxnSpPr>
          <p:nvPr/>
        </p:nvCxnSpPr>
        <p:spPr>
          <a:xfrm flipH="1">
            <a:off x="7562262" y="167721"/>
            <a:ext cx="5483" cy="24152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C2EF369-DD4D-95B9-9823-2C2291D6A32A}"/>
              </a:ext>
            </a:extLst>
          </p:cNvPr>
          <p:cNvSpPr/>
          <p:nvPr/>
        </p:nvSpPr>
        <p:spPr>
          <a:xfrm>
            <a:off x="5369595" y="3267101"/>
            <a:ext cx="1037240" cy="137407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252AD9E-06F1-AC2D-1120-177FD3764D98}"/>
              </a:ext>
            </a:extLst>
          </p:cNvPr>
          <p:cNvSpPr/>
          <p:nvPr/>
        </p:nvSpPr>
        <p:spPr>
          <a:xfrm>
            <a:off x="5962786" y="4134678"/>
            <a:ext cx="804613" cy="99113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70A997E2-81A3-8BBF-8927-281568A43201}"/>
              </a:ext>
            </a:extLst>
          </p:cNvPr>
          <p:cNvSpPr/>
          <p:nvPr/>
        </p:nvSpPr>
        <p:spPr>
          <a:xfrm>
            <a:off x="5192383" y="4080440"/>
            <a:ext cx="1283549" cy="99113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62F501-648F-D1EF-7A2B-79764EE49A1B}"/>
              </a:ext>
            </a:extLst>
          </p:cNvPr>
          <p:cNvSpPr/>
          <p:nvPr/>
        </p:nvSpPr>
        <p:spPr>
          <a:xfrm>
            <a:off x="5192383" y="3216510"/>
            <a:ext cx="1575016" cy="189216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FDDF47-0BD4-8A27-4582-7097206032A9}"/>
              </a:ext>
            </a:extLst>
          </p:cNvPr>
          <p:cNvCxnSpPr>
            <a:cxnSpLocks/>
          </p:cNvCxnSpPr>
          <p:nvPr/>
        </p:nvCxnSpPr>
        <p:spPr>
          <a:xfrm>
            <a:off x="5902677" y="2918805"/>
            <a:ext cx="0" cy="388969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52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Sankaranarayanan</dc:creator>
  <cp:lastModifiedBy>Sriram Sankaranarayanan</cp:lastModifiedBy>
  <cp:revision>2</cp:revision>
  <dcterms:created xsi:type="dcterms:W3CDTF">2025-10-21T12:56:10Z</dcterms:created>
  <dcterms:modified xsi:type="dcterms:W3CDTF">2025-10-21T13:11:46Z</dcterms:modified>
</cp:coreProperties>
</file>